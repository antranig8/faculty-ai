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258" r:id="rId7"/>
    <p:sldId id="261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9072-F168-A458-AD1F-642108CA61CD}" v="40" dt="2026-04-24T23:34:41.647"/>
    <p1510:client id="{3E8934C4-9D55-319D-A656-4CD6B0BB7E24}" v="2" dt="2026-04-24T14:35:46.883"/>
    <p1510:client id="{4888F759-5533-2E68-9FAE-84BB70D0E5BE}" v="1365" dt="2026-04-24T02:59:31.242"/>
    <p1510:client id="{9B1C9BA4-D10A-28A2-6665-A411E0CB7BAE}" v="35" dt="2026-04-23T20:23:19.382"/>
    <p1510:client id="{E515B784-3EF5-0032-BA1D-A08C078E7BC1}" v="694" dt="2026-04-24T14:29:30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5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4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0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4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1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1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5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3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5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2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66511-AF93-ACC7-CF29-135EF6DD5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753765"/>
            <a:ext cx="4572000" cy="305623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ENES 104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Full-360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D8A2D-ED26-C4DE-D125-A4A030A7C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332514" cy="1524000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Members: Antranig Tatarian, Joshua Fawole,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Natneal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Belete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93D92-E56A-0806-8AE7-C29D60E5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65" r="-1" b="-1"/>
          <a:stretch>
            <a:fillRect/>
          </a:stretch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45528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DE85-7D30-F560-95FD-88CDCB07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8987"/>
            <a:ext cx="7859486" cy="94986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9ED38-62BB-AF05-96DC-6428072AE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/>
                <a:cs typeface="Times New Roman"/>
              </a:rPr>
              <a:t>Professionalism</a:t>
            </a:r>
            <a:endParaRPr lang="en-US">
              <a:solidFill>
                <a:srgbClr val="FFFFFF">
                  <a:alpha val="70000"/>
                </a:srgbClr>
              </a:solidFill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FFFF">
                    <a:alpha val="70000"/>
                  </a:srgbClr>
                </a:solidFill>
                <a:latin typeface="Times New Roman"/>
                <a:cs typeface="Times New Roman"/>
              </a:rPr>
              <a:t>Problem-solving</a:t>
            </a:r>
            <a:endParaRPr lang="en-US">
              <a:solidFill>
                <a:srgbClr val="FFFFFF">
                  <a:alpha val="7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FFFF">
                    <a:alpha val="70000"/>
                  </a:srgbClr>
                </a:solidFill>
                <a:latin typeface="Times New Roman"/>
                <a:cs typeface="Times New Roman"/>
              </a:rPr>
              <a:t>Team Collaboration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FFFF">
                    <a:alpha val="70000"/>
                  </a:srgbClr>
                </a:solidFill>
                <a:latin typeface="Times New Roman"/>
                <a:cs typeface="Times New Roman"/>
              </a:rPr>
              <a:t>Perseverance in industry</a:t>
            </a:r>
            <a:endParaRPr lang="en-US">
              <a:solidFill>
                <a:srgbClr val="FFFFFF">
                  <a:alpha val="7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FFFF">
                    <a:alpha val="70000"/>
                  </a:srgbClr>
                </a:solidFill>
                <a:latin typeface="Times New Roman"/>
                <a:cs typeface="Times New Roman"/>
              </a:rPr>
              <a:t>Pursuit of knowledge</a:t>
            </a:r>
            <a:endParaRPr lang="en-US">
              <a:solidFill>
                <a:srgbClr val="FFFFFF">
                  <a:alpha val="7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>
              <a:solidFill>
                <a:srgbClr val="FFFFFF">
                  <a:alpha val="7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44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4CE9-9CBA-D364-8856-99C83544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4" y="-26137"/>
            <a:ext cx="8657772" cy="972458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and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8D1C2-444D-6336-C608-6BEFCC4E1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627" y="111749"/>
            <a:ext cx="1774373" cy="696686"/>
          </a:xfrm>
        </p:spPr>
        <p:txBody>
          <a:bodyPr/>
          <a:lstStyle/>
          <a:p>
            <a:pPr marL="0" indent="0" algn="ctr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Antranig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16949-ED21-EA4B-7818-F4F2F02442BE}"/>
              </a:ext>
            </a:extLst>
          </p:cNvPr>
          <p:cNvSpPr txBox="1"/>
          <p:nvPr/>
        </p:nvSpPr>
        <p:spPr>
          <a:xfrm>
            <a:off x="721854" y="2014130"/>
            <a:ext cx="6047865" cy="37856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Professionalism – Dr. Joseph Varghese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Favorite speaker, learned a lot about the perspective of someone working in Silicon Valley.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Interview the interviewer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idea of having things as “good enough” in industry standards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Idea of “Are you able to learn and grow, because everything you know is good for 30 days before you need to learn something new.”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are everywhere; you need to be able to adapt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make yourself available, useful, and worth having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2FC6E-C122-2FA3-8E46-5EB7E2E21CB1}"/>
              </a:ext>
            </a:extLst>
          </p:cNvPr>
          <p:cNvSpPr txBox="1"/>
          <p:nvPr/>
        </p:nvSpPr>
        <p:spPr>
          <a:xfrm>
            <a:off x="7105748" y="2117967"/>
            <a:ext cx="4968932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Perseverance  – Dr. Islam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 ok with saying “I don’t know”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is key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Being able to be a “wild-card” within a startup or small companies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Embracing failure. Always an opportunity to learn. You only lose if you don’t learn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3050D-8A04-40AA-7E59-DDC3AB42AA10}"/>
              </a:ext>
            </a:extLst>
          </p:cNvPr>
          <p:cNvSpPr txBox="1"/>
          <p:nvPr/>
        </p:nvSpPr>
        <p:spPr>
          <a:xfrm>
            <a:off x="7105748" y="4474999"/>
            <a:ext cx="4972209" cy="13234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Pursuing knowledge  – Dr. Faranak </a:t>
            </a:r>
            <a:r>
              <a:rPr lang="en-US" sz="2000" err="1">
                <a:latin typeface="Times New Roman"/>
                <a:cs typeface="Times New Roman"/>
              </a:rPr>
              <a:t>Nekoogar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Always make the most of what you have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Starting late is ok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breakthroughs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B77A9-C21E-30F0-716A-DBC3D5DFEA5D}"/>
              </a:ext>
            </a:extLst>
          </p:cNvPr>
          <p:cNvSpPr txBox="1"/>
          <p:nvPr/>
        </p:nvSpPr>
        <p:spPr>
          <a:xfrm>
            <a:off x="7104123" y="1014744"/>
            <a:ext cx="4971394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Root problems   – Dr. Daniel Juliano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Being able to find root issues</a:t>
            </a:r>
          </a:p>
          <a:p>
            <a:pPr marL="285750" indent="-285750">
              <a:buFontTx/>
              <a:buChar char="-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a team and problem-solving</a:t>
            </a:r>
          </a:p>
        </p:txBody>
      </p:sp>
    </p:spTree>
    <p:extLst>
      <p:ext uri="{BB962C8B-B14F-4D97-AF65-F5344CB8AC3E}">
        <p14:creationId xmlns:p14="http://schemas.microsoft.com/office/powerpoint/2010/main" val="257509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AC08-C1D4-DBAF-0E83-0F1AB2E9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brown and white text on a brown background&#10;&#10;AI-generated content may be incorrect.">
            <a:extLst>
              <a:ext uri="{FF2B5EF4-FFF2-40B4-BE49-F238E27FC236}">
                <a16:creationId xmlns:a16="http://schemas.microsoft.com/office/drawing/2014/main" id="{B05E453E-10F9-B300-3756-4C9AD0EB1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914" y="-6195"/>
            <a:ext cx="12177242" cy="68660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EB4EC0-F37E-8B45-F092-4126019E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3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B7DCC-8FB0-459B-0A24-EC8453F6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813661"/>
            <a:ext cx="11281475" cy="2029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Emphasizing Impact – Dr. Joseph Varghese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Menial participation, or "bragging" about one's accomplishments in a resume will not impress a hiring manager, or make one's resume stand out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In every opportunity, ask yourself "how can I make an impact", chase that outcome, and then emphasize that impact in one's resume. (either numerical, personal, or occupational)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6BB34B-1C9A-180E-30F5-8665C8C3673F}"/>
              </a:ext>
            </a:extLst>
          </p:cNvPr>
          <p:cNvSpPr txBox="1">
            <a:spLocks/>
          </p:cNvSpPr>
          <p:nvPr/>
        </p:nvSpPr>
        <p:spPr>
          <a:xfrm>
            <a:off x="462950" y="-206644"/>
            <a:ext cx="8657772" cy="1248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Times New Roman"/>
                <a:cs typeface="Times New Roman"/>
              </a:rPr>
              <a:t>Perspective and Lessons Learned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C7CFCA-A71C-4CC0-B8FE-BD812EAAB6F8}"/>
              </a:ext>
            </a:extLst>
          </p:cNvPr>
          <p:cNvSpPr txBox="1">
            <a:spLocks/>
          </p:cNvSpPr>
          <p:nvPr/>
        </p:nvSpPr>
        <p:spPr>
          <a:xfrm>
            <a:off x="10327651" y="114330"/>
            <a:ext cx="1774373" cy="6966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Times New Roman"/>
                <a:cs typeface="Times New Roman"/>
              </a:rPr>
              <a:t>Joshua</a:t>
            </a:r>
            <a:endParaRPr lang="en-US">
              <a:solidFill>
                <a:srgbClr val="FFFFFF">
                  <a:alpha val="70000"/>
                </a:srgb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F2DA0-75B9-96A2-3269-30C47425A131}"/>
              </a:ext>
            </a:extLst>
          </p:cNvPr>
          <p:cNvSpPr txBox="1"/>
          <p:nvPr/>
        </p:nvSpPr>
        <p:spPr>
          <a:xfrm>
            <a:off x="462897" y="2754751"/>
            <a:ext cx="55262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Maximize Every Opportunity – Dr. Daniel Juliano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Refrain from looking down upon early opportunities that do not yield immediate results or monetary value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One stands to gain more personal and occupational growth from a lesser position, than an immediate jump into a higher role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5226D-49CD-F70B-DFB1-409846A73465}"/>
              </a:ext>
            </a:extLst>
          </p:cNvPr>
          <p:cNvSpPr txBox="1"/>
          <p:nvPr/>
        </p:nvSpPr>
        <p:spPr>
          <a:xfrm>
            <a:off x="5986703" y="2754087"/>
            <a:ext cx="573425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Embrace Knowledge from All Avenues – Dr. Rashid Islam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When it came to ensuring "reliability" for his Hovercraft project, Dr. Islam enlisted the insight of team members from many different industrial backgrounds.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Concerning any goal one is trying to achieve, the information on how to realize that goal can come from unexpected places, so stay open minded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22682-4ADC-BD54-F4E6-C699FFDFAB5F}"/>
              </a:ext>
            </a:extLst>
          </p:cNvPr>
          <p:cNvSpPr txBox="1"/>
          <p:nvPr/>
        </p:nvSpPr>
        <p:spPr>
          <a:xfrm>
            <a:off x="339974" y="4831235"/>
            <a:ext cx="1139439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Prioritize Developing Solutions to Practical Problems – Dr. Faranak </a:t>
            </a:r>
            <a:r>
              <a:rPr lang="en-US" err="1">
                <a:latin typeface="Times New Roman"/>
                <a:cs typeface="Times New Roman"/>
              </a:rPr>
              <a:t>Nekoogar</a:t>
            </a:r>
            <a:r>
              <a:rPr lang="en-US">
                <a:latin typeface="Times New Roman"/>
                <a:cs typeface="Times New Roman"/>
              </a:rPr>
              <a:t> 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Dr. Faranak gave a powerful example of how listening to a firefighter fail to reach his team in a dire situation sparked the idea for an RFID solution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That solution then translated into a tag-reader system that is being utilized in shipping containters to provide a swift process of locating shipment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Times New Roman"/>
                <a:cs typeface="Times New Roman"/>
              </a:rPr>
              <a:t>Ensure every solution one is trying to develop solves a practical problem, this is how your projects become "impactful"  </a:t>
            </a:r>
          </a:p>
        </p:txBody>
      </p:sp>
    </p:spTree>
    <p:extLst>
      <p:ext uri="{BB962C8B-B14F-4D97-AF65-F5344CB8AC3E}">
        <p14:creationId xmlns:p14="http://schemas.microsoft.com/office/powerpoint/2010/main" val="270671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ABD29-769C-FEB8-26E3-0A4E8C28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95117"/>
            <a:ext cx="10668000" cy="15240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CIP-1 What worked and what could be improved in ENES104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98373-0F36-33FF-B123-8F3DEE45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Enforce a structure of professionalism that’s expected during the first few sessions</a:t>
            </a:r>
          </a:p>
          <a:p>
            <a:pPr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 </a:t>
            </a:r>
          </a:p>
        </p:txBody>
      </p:sp>
    </p:spTree>
    <p:extLst>
      <p:ext uri="{BB962C8B-B14F-4D97-AF65-F5344CB8AC3E}">
        <p14:creationId xmlns:p14="http://schemas.microsoft.com/office/powerpoint/2010/main" val="319563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C454-4DCD-A3C7-6448-0C13187F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415B-6613-ACEF-416F-06AC820C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0"/>
            <a:ext cx="10668000" cy="1524000"/>
          </a:xfrm>
        </p:spPr>
        <p:txBody>
          <a:bodyPr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CIP-2: 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did you leverage the team-building workshop for this assignment? 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What feedback did you provide each other on this team assignment, and how? 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What could be further improved in your team’s work on this assignment?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ACC9-6B8D-F93F-FB2A-B3F7CFD5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524000"/>
            <a:ext cx="10668000" cy="3818083"/>
          </a:xfrm>
        </p:spPr>
        <p:txBody>
          <a:bodyPr/>
          <a:lstStyle/>
          <a:p>
            <a:pPr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assignment requires little collaboration, other than the main takeaways</a:t>
            </a:r>
          </a:p>
          <a:p>
            <a:pPr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all took what we thought was the most important thing we learned, and combined them.</a:t>
            </a:r>
          </a:p>
        </p:txBody>
      </p:sp>
    </p:spTree>
    <p:extLst>
      <p:ext uri="{BB962C8B-B14F-4D97-AF65-F5344CB8AC3E}">
        <p14:creationId xmlns:p14="http://schemas.microsoft.com/office/powerpoint/2010/main" val="949507532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EEAC5B498BD845A9320FBAA985EADC" ma:contentTypeVersion="6" ma:contentTypeDescription="Create a new document." ma:contentTypeScope="" ma:versionID="f7023d7fd89ded8921bde87231d65c53">
  <xsd:schema xmlns:xsd="http://www.w3.org/2001/XMLSchema" xmlns:xs="http://www.w3.org/2001/XMLSchema" xmlns:p="http://schemas.microsoft.com/office/2006/metadata/properties" xmlns:ns3="e5d11f6a-c5db-4c55-9b28-6c587eddc70b" targetNamespace="http://schemas.microsoft.com/office/2006/metadata/properties" ma:root="true" ma:fieldsID="4edf1f1994d809adb0f17d27e508c91b" ns3:_="">
    <xsd:import namespace="e5d11f6a-c5db-4c55-9b28-6c587eddc7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11f6a-c5db-4c55-9b28-6c587eddc7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d11f6a-c5db-4c55-9b28-6c587eddc70b" xsi:nil="true"/>
  </documentManagement>
</p:properties>
</file>

<file path=customXml/itemProps1.xml><?xml version="1.0" encoding="utf-8"?>
<ds:datastoreItem xmlns:ds="http://schemas.openxmlformats.org/officeDocument/2006/customXml" ds:itemID="{BB9E8F35-72ED-4122-9558-99E52C3FC6F5}">
  <ds:schemaRefs>
    <ds:schemaRef ds:uri="e5d11f6a-c5db-4c55-9b28-6c587eddc7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BEF86A-4758-4FF3-AD67-09461C9FEA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8562D4-B21D-48EC-A1FD-E0C631CABE09}">
  <ds:schemaRefs>
    <ds:schemaRef ds:uri="e5d11f6a-c5db-4c55-9b28-6c587eddc7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Avenir Next LT Pro</vt:lpstr>
      <vt:lpstr>Avenir Next LT Pro Light</vt:lpstr>
      <vt:lpstr>Calibri</vt:lpstr>
      <vt:lpstr>Sitka Subheading</vt:lpstr>
      <vt:lpstr>Times New Roman</vt:lpstr>
      <vt:lpstr>Wingdings</vt:lpstr>
      <vt:lpstr>PebbleVTI</vt:lpstr>
      <vt:lpstr>ENES 104  Full-360  Group 2</vt:lpstr>
      <vt:lpstr>Main Takeaways</vt:lpstr>
      <vt:lpstr>Perspective and lessons learned</vt:lpstr>
      <vt:lpstr>PowerPoint Presentation</vt:lpstr>
      <vt:lpstr>PowerPoint Presentation</vt:lpstr>
      <vt:lpstr>CIP-1 What worked and what could be improved in ENES104</vt:lpstr>
      <vt:lpstr>CIP-2:  How did you leverage the team-building workshop for this assignment?  What feedback did you provide each other on this team assignment, and how?  What could be further improved in your team’s work on this assignment?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Tatarian, Antranig</dc:creator>
  <cp:lastModifiedBy>Tatarian, Antranig</cp:lastModifiedBy>
  <cp:revision>15</cp:revision>
  <dcterms:created xsi:type="dcterms:W3CDTF">2026-04-17T02:59:19Z</dcterms:created>
  <dcterms:modified xsi:type="dcterms:W3CDTF">2026-04-25T19:33:37Z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0x0101004EEEAC5B498BD845A9320FBAA985EADC</vt:lpwstr>
  </property>
  <property fmtid="{D5CDD505-2E9C-101B-9397-08002B2CF9AE}" pid="3" name="MSIP_Label_db55589f-69af-4b8f-bb7e-f33b2c49fdb7_Enabled">
    <vt:lpwstr>true</vt:lpwstr>
  </property>
  <property fmtid="{D5CDD505-2E9C-101B-9397-08002B2CF9AE}" pid="4" name="MSIP_Label_db55589f-69af-4b8f-bb7e-f33b2c49fdb7_SetDate">
    <vt:lpwstr>2026-04-17T23:48:57Z</vt:lpwstr>
  </property>
  <property fmtid="{D5CDD505-2E9C-101B-9397-08002B2CF9AE}" pid="5" name="MSIP_Label_db55589f-69af-4b8f-bb7e-f33b2c49fdb7_Method">
    <vt:lpwstr>Standard</vt:lpwstr>
  </property>
  <property fmtid="{D5CDD505-2E9C-101B-9397-08002B2CF9AE}" pid="6" name="MSIP_Label_db55589f-69af-4b8f-bb7e-f33b2c49fdb7_Name">
    <vt:lpwstr>Sensitive (Internal)</vt:lpwstr>
  </property>
  <property fmtid="{D5CDD505-2E9C-101B-9397-08002B2CF9AE}" pid="7" name="MSIP_Label_db55589f-69af-4b8f-bb7e-f33b2c49fdb7_SiteId">
    <vt:lpwstr>4d401e0b-6552-4e08-bd38-a8d15ca0ddd9</vt:lpwstr>
  </property>
  <property fmtid="{D5CDD505-2E9C-101B-9397-08002B2CF9AE}" pid="8" name="MSIP_Label_db55589f-69af-4b8f-bb7e-f33b2c49fdb7_ActionId">
    <vt:lpwstr>e8b812db-1225-4ff5-af36-fc82395fc14e</vt:lpwstr>
  </property>
  <property fmtid="{D5CDD505-2E9C-101B-9397-08002B2CF9AE}" pid="9" name="MSIP_Label_db55589f-69af-4b8f-bb7e-f33b2c49fdb7_Provider">
    <vt:lpwstr>Varonis.Labeling</vt:lpwstr>
  </property>
  <property fmtid="{D5CDD505-2E9C-101B-9397-08002B2CF9AE}" pid="10" name="MSIP_Label_db55589f-69af-4b8f-bb7e-f33b2c49fdb7_ContentBits">
    <vt:lpwstr>0</vt:lpwstr>
  </property>
</Properties>
</file>